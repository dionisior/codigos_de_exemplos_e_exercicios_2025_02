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E1"/>
    <a:srgbClr val="FFEAFE"/>
    <a:srgbClr val="FBE8FB"/>
    <a:srgbClr val="FCDBE1"/>
    <a:srgbClr val="FFE9FF"/>
    <a:srgbClr val="FFFCFF"/>
    <a:srgbClr val="FEE1FE"/>
    <a:srgbClr val="FED5FC"/>
    <a:srgbClr val="F8DAF7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4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063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0"/>
            <a:ext cx="123063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 l="30031" r="3942"/>
          <a:stretch>
            <a:fillRect/>
          </a:stretch>
        </p:blipFill>
        <p:spPr>
          <a:xfrm>
            <a:off x="0" y="635"/>
            <a:ext cx="812546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 l="38504" r="17466"/>
          <a:stretch>
            <a:fillRect/>
          </a:stretch>
        </p:blipFill>
        <p:spPr>
          <a:xfrm>
            <a:off x="0" y="0"/>
            <a:ext cx="541845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 r="44567"/>
          <a:stretch>
            <a:fillRect/>
          </a:stretch>
        </p:blipFill>
        <p:spPr>
          <a:xfrm flipH="1">
            <a:off x="1270" y="635"/>
            <a:ext cx="6821805" cy="6857365"/>
          </a:xfrm>
          <a:prstGeom prst="rect">
            <a:avLst/>
          </a:prstGeom>
        </p:spPr>
      </p:pic>
      <p:sp>
        <p:nvSpPr>
          <p:cNvPr id="9" name="Forma livre 8"/>
          <p:cNvSpPr/>
          <p:nvPr/>
        </p:nvSpPr>
        <p:spPr>
          <a:xfrm>
            <a:off x="2045335" y="-63500"/>
            <a:ext cx="9225915" cy="6948170"/>
          </a:xfrm>
          <a:custGeom>
            <a:avLst/>
            <a:gdLst>
              <a:gd name="connisteX0" fmla="*/ 182880 w 9225915"/>
              <a:gd name="connsiteY0" fmla="*/ 63500 h 6948170"/>
              <a:gd name="connisteX1" fmla="*/ 182880 w 9225915"/>
              <a:gd name="connsiteY1" fmla="*/ 145415 h 6948170"/>
              <a:gd name="connisteX2" fmla="*/ 173355 w 9225915"/>
              <a:gd name="connsiteY2" fmla="*/ 227330 h 6948170"/>
              <a:gd name="connisteX3" fmla="*/ 173355 w 9225915"/>
              <a:gd name="connsiteY3" fmla="*/ 291465 h 6948170"/>
              <a:gd name="connisteX4" fmla="*/ 182880 w 9225915"/>
              <a:gd name="connsiteY4" fmla="*/ 364490 h 6948170"/>
              <a:gd name="connisteX5" fmla="*/ 191770 w 9225915"/>
              <a:gd name="connsiteY5" fmla="*/ 428625 h 6948170"/>
              <a:gd name="connisteX6" fmla="*/ 228600 w 9225915"/>
              <a:gd name="connsiteY6" fmla="*/ 492760 h 6948170"/>
              <a:gd name="connisteX7" fmla="*/ 255905 w 9225915"/>
              <a:gd name="connsiteY7" fmla="*/ 556895 h 6948170"/>
              <a:gd name="connisteX8" fmla="*/ 274320 w 9225915"/>
              <a:gd name="connsiteY8" fmla="*/ 629920 h 6948170"/>
              <a:gd name="connisteX9" fmla="*/ 320040 w 9225915"/>
              <a:gd name="connsiteY9" fmla="*/ 694055 h 6948170"/>
              <a:gd name="connisteX10" fmla="*/ 356235 w 9225915"/>
              <a:gd name="connsiteY10" fmla="*/ 767080 h 6948170"/>
              <a:gd name="connisteX11" fmla="*/ 356235 w 9225915"/>
              <a:gd name="connsiteY11" fmla="*/ 840105 h 6948170"/>
              <a:gd name="connisteX12" fmla="*/ 356235 w 9225915"/>
              <a:gd name="connsiteY12" fmla="*/ 922655 h 6948170"/>
              <a:gd name="connisteX13" fmla="*/ 338455 w 9225915"/>
              <a:gd name="connsiteY13" fmla="*/ 995680 h 6948170"/>
              <a:gd name="connisteX14" fmla="*/ 338455 w 9225915"/>
              <a:gd name="connsiteY14" fmla="*/ 1059815 h 6948170"/>
              <a:gd name="connisteX15" fmla="*/ 338455 w 9225915"/>
              <a:gd name="connsiteY15" fmla="*/ 1123950 h 6948170"/>
              <a:gd name="connisteX16" fmla="*/ 328930 w 9225915"/>
              <a:gd name="connsiteY16" fmla="*/ 1205865 h 6948170"/>
              <a:gd name="connisteX17" fmla="*/ 320040 w 9225915"/>
              <a:gd name="connsiteY17" fmla="*/ 1278890 h 6948170"/>
              <a:gd name="connisteX18" fmla="*/ 301625 w 9225915"/>
              <a:gd name="connsiteY18" fmla="*/ 1343025 h 6948170"/>
              <a:gd name="connisteX19" fmla="*/ 292735 w 9225915"/>
              <a:gd name="connsiteY19" fmla="*/ 1407160 h 6948170"/>
              <a:gd name="connisteX20" fmla="*/ 283210 w 9225915"/>
              <a:gd name="connsiteY20" fmla="*/ 1480185 h 6948170"/>
              <a:gd name="connisteX21" fmla="*/ 283210 w 9225915"/>
              <a:gd name="connsiteY21" fmla="*/ 1544320 h 6948170"/>
              <a:gd name="connisteX22" fmla="*/ 264795 w 9225915"/>
              <a:gd name="connsiteY22" fmla="*/ 1608455 h 6948170"/>
              <a:gd name="connisteX23" fmla="*/ 255905 w 9225915"/>
              <a:gd name="connsiteY23" fmla="*/ 1681480 h 6948170"/>
              <a:gd name="connisteX24" fmla="*/ 237490 w 9225915"/>
              <a:gd name="connsiteY24" fmla="*/ 1754505 h 6948170"/>
              <a:gd name="connisteX25" fmla="*/ 237490 w 9225915"/>
              <a:gd name="connsiteY25" fmla="*/ 1818640 h 6948170"/>
              <a:gd name="connisteX26" fmla="*/ 228600 w 9225915"/>
              <a:gd name="connsiteY26" fmla="*/ 1891665 h 6948170"/>
              <a:gd name="connisteX27" fmla="*/ 219075 w 9225915"/>
              <a:gd name="connsiteY27" fmla="*/ 1964690 h 6948170"/>
              <a:gd name="connisteX28" fmla="*/ 210185 w 9225915"/>
              <a:gd name="connsiteY28" fmla="*/ 2028825 h 6948170"/>
              <a:gd name="connisteX29" fmla="*/ 182880 w 9225915"/>
              <a:gd name="connsiteY29" fmla="*/ 2092960 h 6948170"/>
              <a:gd name="connisteX30" fmla="*/ 164465 w 9225915"/>
              <a:gd name="connsiteY30" fmla="*/ 2165985 h 6948170"/>
              <a:gd name="connisteX31" fmla="*/ 127635 w 9225915"/>
              <a:gd name="connsiteY31" fmla="*/ 2230120 h 6948170"/>
              <a:gd name="connisteX32" fmla="*/ 109855 w 9225915"/>
              <a:gd name="connsiteY32" fmla="*/ 2294255 h 6948170"/>
              <a:gd name="connisteX33" fmla="*/ 64135 w 9225915"/>
              <a:gd name="connsiteY33" fmla="*/ 2358390 h 6948170"/>
              <a:gd name="connisteX34" fmla="*/ 18415 w 9225915"/>
              <a:gd name="connsiteY34" fmla="*/ 2440305 h 6948170"/>
              <a:gd name="connisteX35" fmla="*/ 0 w 9225915"/>
              <a:gd name="connsiteY35" fmla="*/ 2522855 h 6948170"/>
              <a:gd name="connisteX36" fmla="*/ 18415 w 9225915"/>
              <a:gd name="connsiteY36" fmla="*/ 2595880 h 6948170"/>
              <a:gd name="connisteX37" fmla="*/ 100330 w 9225915"/>
              <a:gd name="connsiteY37" fmla="*/ 2668905 h 6948170"/>
              <a:gd name="connisteX38" fmla="*/ 155575 w 9225915"/>
              <a:gd name="connsiteY38" fmla="*/ 2733040 h 6948170"/>
              <a:gd name="connisteX39" fmla="*/ 228600 w 9225915"/>
              <a:gd name="connsiteY39" fmla="*/ 2787650 h 6948170"/>
              <a:gd name="connisteX40" fmla="*/ 292735 w 9225915"/>
              <a:gd name="connsiteY40" fmla="*/ 2851785 h 6948170"/>
              <a:gd name="connisteX41" fmla="*/ 365760 w 9225915"/>
              <a:gd name="connsiteY41" fmla="*/ 2897505 h 6948170"/>
              <a:gd name="connisteX42" fmla="*/ 429895 w 9225915"/>
              <a:gd name="connsiteY42" fmla="*/ 2934335 h 6948170"/>
              <a:gd name="connisteX43" fmla="*/ 521335 w 9225915"/>
              <a:gd name="connsiteY43" fmla="*/ 2961640 h 6948170"/>
              <a:gd name="connisteX44" fmla="*/ 594360 w 9225915"/>
              <a:gd name="connsiteY44" fmla="*/ 2988945 h 6948170"/>
              <a:gd name="connisteX45" fmla="*/ 685800 w 9225915"/>
              <a:gd name="connsiteY45" fmla="*/ 3080385 h 6948170"/>
              <a:gd name="connisteX46" fmla="*/ 767715 w 9225915"/>
              <a:gd name="connsiteY46" fmla="*/ 3153410 h 6948170"/>
              <a:gd name="connisteX47" fmla="*/ 841375 w 9225915"/>
              <a:gd name="connsiteY47" fmla="*/ 3199130 h 6948170"/>
              <a:gd name="connisteX48" fmla="*/ 904875 w 9225915"/>
              <a:gd name="connsiteY48" fmla="*/ 3263265 h 6948170"/>
              <a:gd name="connisteX49" fmla="*/ 969010 w 9225915"/>
              <a:gd name="connsiteY49" fmla="*/ 3345815 h 6948170"/>
              <a:gd name="connisteX50" fmla="*/ 1033145 w 9225915"/>
              <a:gd name="connsiteY50" fmla="*/ 3418840 h 6948170"/>
              <a:gd name="connisteX51" fmla="*/ 1060450 w 9225915"/>
              <a:gd name="connsiteY51" fmla="*/ 3491865 h 6948170"/>
              <a:gd name="connisteX52" fmla="*/ 1060450 w 9225915"/>
              <a:gd name="connsiteY52" fmla="*/ 3564890 h 6948170"/>
              <a:gd name="connisteX53" fmla="*/ 1060450 w 9225915"/>
              <a:gd name="connsiteY53" fmla="*/ 3638550 h 6948170"/>
              <a:gd name="connisteX54" fmla="*/ 1097280 w 9225915"/>
              <a:gd name="connsiteY54" fmla="*/ 3738880 h 6948170"/>
              <a:gd name="connisteX55" fmla="*/ 1115695 w 9225915"/>
              <a:gd name="connsiteY55" fmla="*/ 3803015 h 6948170"/>
              <a:gd name="connisteX56" fmla="*/ 1124585 w 9225915"/>
              <a:gd name="connsiteY56" fmla="*/ 3867150 h 6948170"/>
              <a:gd name="connisteX57" fmla="*/ 1170305 w 9225915"/>
              <a:gd name="connsiteY57" fmla="*/ 3949065 h 6948170"/>
              <a:gd name="connisteX58" fmla="*/ 1197610 w 9225915"/>
              <a:gd name="connsiteY58" fmla="*/ 4022090 h 6948170"/>
              <a:gd name="connisteX59" fmla="*/ 1224915 w 9225915"/>
              <a:gd name="connsiteY59" fmla="*/ 4095750 h 6948170"/>
              <a:gd name="connisteX60" fmla="*/ 1243330 w 9225915"/>
              <a:gd name="connsiteY60" fmla="*/ 4177665 h 6948170"/>
              <a:gd name="connisteX61" fmla="*/ 1252855 w 9225915"/>
              <a:gd name="connsiteY61" fmla="*/ 4241800 h 6948170"/>
              <a:gd name="connisteX62" fmla="*/ 1252855 w 9225915"/>
              <a:gd name="connsiteY62" fmla="*/ 4314825 h 6948170"/>
              <a:gd name="connisteX63" fmla="*/ 1270635 w 9225915"/>
              <a:gd name="connsiteY63" fmla="*/ 4387850 h 6948170"/>
              <a:gd name="connisteX64" fmla="*/ 1280160 w 9225915"/>
              <a:gd name="connsiteY64" fmla="*/ 4461510 h 6948170"/>
              <a:gd name="connisteX65" fmla="*/ 1280160 w 9225915"/>
              <a:gd name="connsiteY65" fmla="*/ 4534535 h 6948170"/>
              <a:gd name="connisteX66" fmla="*/ 1280160 w 9225915"/>
              <a:gd name="connsiteY66" fmla="*/ 4607560 h 6948170"/>
              <a:gd name="connisteX67" fmla="*/ 1280160 w 9225915"/>
              <a:gd name="connsiteY67" fmla="*/ 4671695 h 6948170"/>
              <a:gd name="connisteX68" fmla="*/ 1280160 w 9225915"/>
              <a:gd name="connsiteY68" fmla="*/ 4735830 h 6948170"/>
              <a:gd name="connisteX69" fmla="*/ 1280160 w 9225915"/>
              <a:gd name="connsiteY69" fmla="*/ 4817745 h 6948170"/>
              <a:gd name="connisteX70" fmla="*/ 1280160 w 9225915"/>
              <a:gd name="connsiteY70" fmla="*/ 4900295 h 6948170"/>
              <a:gd name="connisteX71" fmla="*/ 1280160 w 9225915"/>
              <a:gd name="connsiteY71" fmla="*/ 4964430 h 6948170"/>
              <a:gd name="connisteX72" fmla="*/ 1280160 w 9225915"/>
              <a:gd name="connsiteY72" fmla="*/ 5037455 h 6948170"/>
              <a:gd name="connisteX73" fmla="*/ 1280160 w 9225915"/>
              <a:gd name="connsiteY73" fmla="*/ 5101590 h 6948170"/>
              <a:gd name="connisteX74" fmla="*/ 1280160 w 9225915"/>
              <a:gd name="connsiteY74" fmla="*/ 5183505 h 6948170"/>
              <a:gd name="connisteX75" fmla="*/ 1280160 w 9225915"/>
              <a:gd name="connsiteY75" fmla="*/ 5247640 h 6948170"/>
              <a:gd name="connisteX76" fmla="*/ 1280160 w 9225915"/>
              <a:gd name="connsiteY76" fmla="*/ 5311775 h 6948170"/>
              <a:gd name="connisteX77" fmla="*/ 1261745 w 9225915"/>
              <a:gd name="connsiteY77" fmla="*/ 5384800 h 6948170"/>
              <a:gd name="connisteX78" fmla="*/ 1252855 w 9225915"/>
              <a:gd name="connsiteY78" fmla="*/ 5457825 h 6948170"/>
              <a:gd name="connisteX79" fmla="*/ 1224915 w 9225915"/>
              <a:gd name="connsiteY79" fmla="*/ 5530850 h 6948170"/>
              <a:gd name="connisteX80" fmla="*/ 1207135 w 9225915"/>
              <a:gd name="connsiteY80" fmla="*/ 5594985 h 6948170"/>
              <a:gd name="connisteX81" fmla="*/ 1170305 w 9225915"/>
              <a:gd name="connsiteY81" fmla="*/ 5668010 h 6948170"/>
              <a:gd name="connisteX82" fmla="*/ 1143000 w 9225915"/>
              <a:gd name="connsiteY82" fmla="*/ 5732145 h 6948170"/>
              <a:gd name="connisteX83" fmla="*/ 1115695 w 9225915"/>
              <a:gd name="connsiteY83" fmla="*/ 5805170 h 6948170"/>
              <a:gd name="connisteX84" fmla="*/ 1078865 w 9225915"/>
              <a:gd name="connsiteY84" fmla="*/ 5869305 h 6948170"/>
              <a:gd name="connisteX85" fmla="*/ 1060450 w 9225915"/>
              <a:gd name="connsiteY85" fmla="*/ 5933440 h 6948170"/>
              <a:gd name="connisteX86" fmla="*/ 1051560 w 9225915"/>
              <a:gd name="connsiteY86" fmla="*/ 5997575 h 6948170"/>
              <a:gd name="connisteX87" fmla="*/ 1033145 w 9225915"/>
              <a:gd name="connsiteY87" fmla="*/ 6061710 h 6948170"/>
              <a:gd name="connisteX88" fmla="*/ 1014730 w 9225915"/>
              <a:gd name="connsiteY88" fmla="*/ 6143625 h 6948170"/>
              <a:gd name="connisteX89" fmla="*/ 996315 w 9225915"/>
              <a:gd name="connsiteY89" fmla="*/ 6226175 h 6948170"/>
              <a:gd name="connisteX90" fmla="*/ 996315 w 9225915"/>
              <a:gd name="connsiteY90" fmla="*/ 6308090 h 6948170"/>
              <a:gd name="connisteX91" fmla="*/ 987425 w 9225915"/>
              <a:gd name="connsiteY91" fmla="*/ 6381750 h 6948170"/>
              <a:gd name="connisteX92" fmla="*/ 987425 w 9225915"/>
              <a:gd name="connsiteY92" fmla="*/ 6454775 h 6948170"/>
              <a:gd name="connisteX93" fmla="*/ 987425 w 9225915"/>
              <a:gd name="connsiteY93" fmla="*/ 6527800 h 6948170"/>
              <a:gd name="connisteX94" fmla="*/ 969010 w 9225915"/>
              <a:gd name="connsiteY94" fmla="*/ 6600825 h 6948170"/>
              <a:gd name="connisteX95" fmla="*/ 960120 w 9225915"/>
              <a:gd name="connsiteY95" fmla="*/ 6664960 h 6948170"/>
              <a:gd name="connisteX96" fmla="*/ 950595 w 9225915"/>
              <a:gd name="connsiteY96" fmla="*/ 6729095 h 6948170"/>
              <a:gd name="connisteX97" fmla="*/ 923290 w 9225915"/>
              <a:gd name="connsiteY97" fmla="*/ 6802120 h 6948170"/>
              <a:gd name="connisteX98" fmla="*/ 895985 w 9225915"/>
              <a:gd name="connsiteY98" fmla="*/ 6884670 h 6948170"/>
              <a:gd name="connisteX99" fmla="*/ 877570 w 9225915"/>
              <a:gd name="connsiteY99" fmla="*/ 6939280 h 6948170"/>
              <a:gd name="connisteX100" fmla="*/ 9225915 w 9225915"/>
              <a:gd name="connsiteY100" fmla="*/ 6948170 h 6948170"/>
              <a:gd name="connisteX101" fmla="*/ 9189720 w 9225915"/>
              <a:gd name="connsiteY101" fmla="*/ 18415 h 6948170"/>
              <a:gd name="connisteX102" fmla="*/ 237490 w 9225915"/>
              <a:gd name="connsiteY102" fmla="*/ 0 h 6948170"/>
              <a:gd name="connisteX103" fmla="*/ 182880 w 9225915"/>
              <a:gd name="connsiteY103" fmla="*/ 63500 h 69481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  <a:cxn ang="0">
                <a:pos x="connisteX81" y="connsiteY81"/>
              </a:cxn>
              <a:cxn ang="0">
                <a:pos x="connisteX82" y="connsiteY82"/>
              </a:cxn>
              <a:cxn ang="0">
                <a:pos x="connisteX83" y="connsiteY83"/>
              </a:cxn>
              <a:cxn ang="0">
                <a:pos x="connisteX84" y="connsiteY84"/>
              </a:cxn>
              <a:cxn ang="0">
                <a:pos x="connisteX85" y="connsiteY85"/>
              </a:cxn>
              <a:cxn ang="0">
                <a:pos x="connisteX86" y="connsiteY86"/>
              </a:cxn>
              <a:cxn ang="0">
                <a:pos x="connisteX87" y="connsiteY87"/>
              </a:cxn>
              <a:cxn ang="0">
                <a:pos x="connisteX88" y="connsiteY88"/>
              </a:cxn>
              <a:cxn ang="0">
                <a:pos x="connisteX89" y="connsiteY89"/>
              </a:cxn>
              <a:cxn ang="0">
                <a:pos x="connisteX90" y="connsiteY90"/>
              </a:cxn>
              <a:cxn ang="0">
                <a:pos x="connisteX91" y="connsiteY91"/>
              </a:cxn>
              <a:cxn ang="0">
                <a:pos x="connisteX92" y="connsiteY92"/>
              </a:cxn>
              <a:cxn ang="0">
                <a:pos x="connisteX93" y="connsiteY93"/>
              </a:cxn>
              <a:cxn ang="0">
                <a:pos x="connisteX94" y="connsiteY94"/>
              </a:cxn>
              <a:cxn ang="0">
                <a:pos x="connisteX95" y="connsiteY95"/>
              </a:cxn>
              <a:cxn ang="0">
                <a:pos x="connisteX96" y="connsiteY96"/>
              </a:cxn>
              <a:cxn ang="0">
                <a:pos x="connisteX97" y="connsiteY97"/>
              </a:cxn>
              <a:cxn ang="0">
                <a:pos x="connisteX98" y="connsiteY98"/>
              </a:cxn>
              <a:cxn ang="0">
                <a:pos x="connisteX99" y="connsiteY99"/>
              </a:cxn>
              <a:cxn ang="0">
                <a:pos x="connisteX100" y="connsiteY100"/>
              </a:cxn>
              <a:cxn ang="0">
                <a:pos x="connisteX101" y="connsiteY101"/>
              </a:cxn>
              <a:cxn ang="0">
                <a:pos x="connisteX102" y="connsiteY102"/>
              </a:cxn>
              <a:cxn ang="0">
                <a:pos x="connisteX103" y="connsiteY103"/>
              </a:cxn>
            </a:cxnLst>
            <a:rect l="l" t="t" r="r" b="b"/>
            <a:pathLst>
              <a:path w="9225915" h="6948170">
                <a:moveTo>
                  <a:pt x="182880" y="63500"/>
                </a:moveTo>
                <a:lnTo>
                  <a:pt x="182880" y="145415"/>
                </a:lnTo>
                <a:lnTo>
                  <a:pt x="173355" y="227330"/>
                </a:lnTo>
                <a:lnTo>
                  <a:pt x="173355" y="291465"/>
                </a:lnTo>
                <a:lnTo>
                  <a:pt x="182880" y="364490"/>
                </a:lnTo>
                <a:lnTo>
                  <a:pt x="191770" y="428625"/>
                </a:lnTo>
                <a:lnTo>
                  <a:pt x="228600" y="492760"/>
                </a:lnTo>
                <a:lnTo>
                  <a:pt x="255905" y="556895"/>
                </a:lnTo>
                <a:lnTo>
                  <a:pt x="274320" y="629920"/>
                </a:lnTo>
                <a:lnTo>
                  <a:pt x="320040" y="694055"/>
                </a:lnTo>
                <a:lnTo>
                  <a:pt x="356235" y="767080"/>
                </a:lnTo>
                <a:lnTo>
                  <a:pt x="356235" y="840105"/>
                </a:lnTo>
                <a:lnTo>
                  <a:pt x="356235" y="922655"/>
                </a:lnTo>
                <a:lnTo>
                  <a:pt x="338455" y="995680"/>
                </a:lnTo>
                <a:lnTo>
                  <a:pt x="338455" y="1059815"/>
                </a:lnTo>
                <a:lnTo>
                  <a:pt x="338455" y="1123950"/>
                </a:lnTo>
                <a:lnTo>
                  <a:pt x="328930" y="1205865"/>
                </a:lnTo>
                <a:lnTo>
                  <a:pt x="320040" y="1278890"/>
                </a:lnTo>
                <a:lnTo>
                  <a:pt x="301625" y="1343025"/>
                </a:lnTo>
                <a:lnTo>
                  <a:pt x="292735" y="1407160"/>
                </a:lnTo>
                <a:lnTo>
                  <a:pt x="283210" y="1480185"/>
                </a:lnTo>
                <a:lnTo>
                  <a:pt x="283210" y="1544320"/>
                </a:lnTo>
                <a:lnTo>
                  <a:pt x="264795" y="1608455"/>
                </a:lnTo>
                <a:lnTo>
                  <a:pt x="255905" y="1681480"/>
                </a:lnTo>
                <a:lnTo>
                  <a:pt x="237490" y="1754505"/>
                </a:lnTo>
                <a:lnTo>
                  <a:pt x="237490" y="1818640"/>
                </a:lnTo>
                <a:lnTo>
                  <a:pt x="228600" y="1891665"/>
                </a:lnTo>
                <a:lnTo>
                  <a:pt x="219075" y="1964690"/>
                </a:lnTo>
                <a:lnTo>
                  <a:pt x="210185" y="2028825"/>
                </a:lnTo>
                <a:lnTo>
                  <a:pt x="182880" y="2092960"/>
                </a:lnTo>
                <a:lnTo>
                  <a:pt x="164465" y="2165985"/>
                </a:lnTo>
                <a:lnTo>
                  <a:pt x="127635" y="2230120"/>
                </a:lnTo>
                <a:lnTo>
                  <a:pt x="109855" y="2294255"/>
                </a:lnTo>
                <a:lnTo>
                  <a:pt x="64135" y="2358390"/>
                </a:lnTo>
                <a:lnTo>
                  <a:pt x="18415" y="2440305"/>
                </a:lnTo>
                <a:lnTo>
                  <a:pt x="0" y="2522855"/>
                </a:lnTo>
                <a:lnTo>
                  <a:pt x="18415" y="2595880"/>
                </a:lnTo>
                <a:lnTo>
                  <a:pt x="100330" y="2668905"/>
                </a:lnTo>
                <a:lnTo>
                  <a:pt x="155575" y="2733040"/>
                </a:lnTo>
                <a:lnTo>
                  <a:pt x="228600" y="2787650"/>
                </a:lnTo>
                <a:lnTo>
                  <a:pt x="292735" y="2851785"/>
                </a:lnTo>
                <a:lnTo>
                  <a:pt x="365760" y="2897505"/>
                </a:lnTo>
                <a:lnTo>
                  <a:pt x="429895" y="2934335"/>
                </a:lnTo>
                <a:lnTo>
                  <a:pt x="521335" y="2961640"/>
                </a:lnTo>
                <a:lnTo>
                  <a:pt x="594360" y="2988945"/>
                </a:lnTo>
                <a:lnTo>
                  <a:pt x="685800" y="3080385"/>
                </a:lnTo>
                <a:lnTo>
                  <a:pt x="767715" y="3153410"/>
                </a:lnTo>
                <a:lnTo>
                  <a:pt x="841375" y="3199130"/>
                </a:lnTo>
                <a:lnTo>
                  <a:pt x="904875" y="3263265"/>
                </a:lnTo>
                <a:lnTo>
                  <a:pt x="969010" y="3345815"/>
                </a:lnTo>
                <a:lnTo>
                  <a:pt x="1033145" y="3418840"/>
                </a:lnTo>
                <a:lnTo>
                  <a:pt x="1060450" y="3491865"/>
                </a:lnTo>
                <a:lnTo>
                  <a:pt x="1060450" y="3564890"/>
                </a:lnTo>
                <a:lnTo>
                  <a:pt x="1060450" y="3638550"/>
                </a:lnTo>
                <a:lnTo>
                  <a:pt x="1097280" y="3738880"/>
                </a:lnTo>
                <a:lnTo>
                  <a:pt x="1115695" y="3803015"/>
                </a:lnTo>
                <a:lnTo>
                  <a:pt x="1124585" y="3867150"/>
                </a:lnTo>
                <a:lnTo>
                  <a:pt x="1170305" y="3949065"/>
                </a:lnTo>
                <a:lnTo>
                  <a:pt x="1197610" y="4022090"/>
                </a:lnTo>
                <a:lnTo>
                  <a:pt x="1224915" y="4095750"/>
                </a:lnTo>
                <a:lnTo>
                  <a:pt x="1243330" y="4177665"/>
                </a:lnTo>
                <a:lnTo>
                  <a:pt x="1252855" y="4241800"/>
                </a:lnTo>
                <a:lnTo>
                  <a:pt x="1252855" y="4314825"/>
                </a:lnTo>
                <a:lnTo>
                  <a:pt x="1270635" y="4387850"/>
                </a:lnTo>
                <a:lnTo>
                  <a:pt x="1280160" y="4461510"/>
                </a:lnTo>
                <a:lnTo>
                  <a:pt x="1280160" y="4534535"/>
                </a:lnTo>
                <a:lnTo>
                  <a:pt x="1280160" y="4607560"/>
                </a:lnTo>
                <a:lnTo>
                  <a:pt x="1280160" y="4671695"/>
                </a:lnTo>
                <a:lnTo>
                  <a:pt x="1280160" y="4735830"/>
                </a:lnTo>
                <a:lnTo>
                  <a:pt x="1280160" y="4817745"/>
                </a:lnTo>
                <a:lnTo>
                  <a:pt x="1280160" y="4900295"/>
                </a:lnTo>
                <a:lnTo>
                  <a:pt x="1280160" y="4964430"/>
                </a:lnTo>
                <a:lnTo>
                  <a:pt x="1280160" y="5037455"/>
                </a:lnTo>
                <a:lnTo>
                  <a:pt x="1280160" y="5101590"/>
                </a:lnTo>
                <a:lnTo>
                  <a:pt x="1280160" y="5183505"/>
                </a:lnTo>
                <a:lnTo>
                  <a:pt x="1280160" y="5247640"/>
                </a:lnTo>
                <a:lnTo>
                  <a:pt x="1280160" y="5311775"/>
                </a:lnTo>
                <a:lnTo>
                  <a:pt x="1261745" y="5384800"/>
                </a:lnTo>
                <a:lnTo>
                  <a:pt x="1252855" y="5457825"/>
                </a:lnTo>
                <a:lnTo>
                  <a:pt x="1224915" y="5530850"/>
                </a:lnTo>
                <a:lnTo>
                  <a:pt x="1207135" y="5594985"/>
                </a:lnTo>
                <a:lnTo>
                  <a:pt x="1170305" y="5668010"/>
                </a:lnTo>
                <a:lnTo>
                  <a:pt x="1143000" y="5732145"/>
                </a:lnTo>
                <a:lnTo>
                  <a:pt x="1115695" y="5805170"/>
                </a:lnTo>
                <a:lnTo>
                  <a:pt x="1078865" y="5869305"/>
                </a:lnTo>
                <a:lnTo>
                  <a:pt x="1060450" y="5933440"/>
                </a:lnTo>
                <a:lnTo>
                  <a:pt x="1051560" y="5997575"/>
                </a:lnTo>
                <a:lnTo>
                  <a:pt x="1033145" y="6061710"/>
                </a:lnTo>
                <a:lnTo>
                  <a:pt x="1014730" y="6143625"/>
                </a:lnTo>
                <a:lnTo>
                  <a:pt x="996315" y="6226175"/>
                </a:lnTo>
                <a:lnTo>
                  <a:pt x="996315" y="6308090"/>
                </a:lnTo>
                <a:lnTo>
                  <a:pt x="987425" y="6381750"/>
                </a:lnTo>
                <a:lnTo>
                  <a:pt x="987425" y="6454775"/>
                </a:lnTo>
                <a:lnTo>
                  <a:pt x="987425" y="6527800"/>
                </a:lnTo>
                <a:lnTo>
                  <a:pt x="969010" y="6600825"/>
                </a:lnTo>
                <a:lnTo>
                  <a:pt x="960120" y="6664960"/>
                </a:lnTo>
                <a:lnTo>
                  <a:pt x="950595" y="6729095"/>
                </a:lnTo>
                <a:lnTo>
                  <a:pt x="923290" y="6802120"/>
                </a:lnTo>
                <a:lnTo>
                  <a:pt x="895985" y="6884670"/>
                </a:lnTo>
                <a:lnTo>
                  <a:pt x="877570" y="6939280"/>
                </a:lnTo>
                <a:lnTo>
                  <a:pt x="9225915" y="6948170"/>
                </a:lnTo>
                <a:lnTo>
                  <a:pt x="9189720" y="18415"/>
                </a:lnTo>
                <a:lnTo>
                  <a:pt x="237490" y="0"/>
                </a:lnTo>
                <a:lnTo>
                  <a:pt x="182880" y="635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6000">
                <a:srgbClr val="FFEAFE"/>
              </a:gs>
              <a:gs pos="58000">
                <a:srgbClr val="FBE8FB"/>
              </a:gs>
              <a:gs pos="96000">
                <a:srgbClr val="FBDBE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</dc:creator>
  <cp:lastModifiedBy>WPS_1654004409</cp:lastModifiedBy>
  <cp:revision>4</cp:revision>
  <dcterms:created xsi:type="dcterms:W3CDTF">2025-07-23T00:59:00Z</dcterms:created>
  <dcterms:modified xsi:type="dcterms:W3CDTF">2025-10-03T16:09:21Z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1046-12.2.0.22549</vt:lpwstr>
  </property>
  <property fmtid="{D5CDD505-2E9C-101B-9397-08002B2CF9AE}" pid="3" name="ICV">
    <vt:lpwstr>0AD1FB67D9744D3E8047BB51CF96B389_11</vt:lpwstr>
  </property>
</Properties>
</file>